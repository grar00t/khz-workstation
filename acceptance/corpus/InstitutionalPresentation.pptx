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notesMaster" Target="notesMasters/notesMaster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Operations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12</c:v>
                </c:pt>
                <c:pt idx="1">
                  <c:v>19</c:v>
                </c:pt>
                <c:pt idx="2">
                  <c:v>17</c:v>
                </c:pt>
                <c:pt idx="3">
                  <c:v>24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Quality</c:v>
                </c:pt>
              </c:strCache>
            </c:strRef>
          </c:tx>
          <c:cat>
            <c:strRef>
              <c:f>Sheet1!$A$2:$A$5</c:f>
              <c:strCache>
                <c:ptCount val="4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7</c:v>
                </c:pt>
                <c:pt idx="1">
                  <c:v>10</c:v>
                </c:pt>
                <c:pt idx="2">
                  <c:v>11</c:v>
                </c:pt>
                <c:pt idx="3">
                  <c:v>14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TEST DATA - speaker notes for compatibility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TEST DATA - speaker notes for compatibility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TEST DATA - speaker notes for compatibility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TEST DATA - speaker notes for compatibility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TEST DATA - speaker notes for compatibility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SYNTHETIC TEST DATA - speaker notes for compatibility testing.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Institutional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TEST DATA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Operations</a:t>
            </a:r>
          </a:p>
          <a:p>
            <a:r>
              <a:t>Finance</a:t>
            </a:r>
          </a:p>
          <a:p>
            <a:r>
              <a:t>Quality</a:t>
            </a:r>
          </a:p>
          <a:p>
            <a:r>
              <a:t>Next steps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Local-first evidence</a:t>
            </a:r>
          </a:p>
        </p:txBody>
      </p:sp>
      <p:pic>
        <p:nvPicPr>
          <p:cNvPr id="3" name="Picture 2" descr="synthetic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645920"/>
            <a:ext cx="2286000" cy="1143000"/>
          </a:xfrm>
          <a:prstGeom prst="rect">
            <a:avLst/>
          </a:prstGeom>
        </p:spPr>
      </p:pic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Synthetic Metrics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554480"/>
          <a:ext cx="731520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 Register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731520" y="155448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800"/>
                <a:gridCol w="2590800"/>
                <a:gridCol w="2590800"/>
              </a:tblGrid>
              <a:tr h="685800">
                <a:tc>
                  <a:txBody>
                    <a:bodyPr/>
                    <a:lstStyle/>
                    <a:p>
                      <a:r>
                        <a:t>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Owner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Status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Unexpected egress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Security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Blocked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Data loss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Operations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Mitigated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Model overreach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Product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AI OFF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Preserve user data</a:t>
            </a:r>
          </a:p>
          <a:p>
            <a:r>
              <a:t>Verify before claiming success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