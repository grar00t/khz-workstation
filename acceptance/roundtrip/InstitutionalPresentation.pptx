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Quality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11</c:v>
                </c:pt>
                <c:pt idx="3">
                  <c:v>14</c:v>
                </c:pt>
              </c:numCache>
            </c:numRef>
          </c:val>
        </c:ser>
        <c:gapWidth val="150"/>
        <c:overlap val="0"/>
        <c:axId val="40430589"/>
        <c:axId val="90570211"/>
      </c:barChart>
      <c:catAx>
        <c:axId val="4043058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0570211"/>
        <c:crosses val="autoZero"/>
        <c:auto val="1"/>
        <c:lblAlgn val="ctr"/>
        <c:lblOffset val="100"/>
        <c:noMultiLvlLbl val="0"/>
      </c:catAx>
      <c:valAx>
        <c:axId val="9057021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04305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9CF1A3-7C56-4C7A-B9F6-0AC637A8D54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A1BF59-648A-42D6-96A7-73608DE3804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B4DD86-EDFC-41F7-8040-12BF3F62A1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2FFF51-28AF-4ED2-989F-B6C41F34C42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74B9BC-1C21-4BBA-9927-52FAC248730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B5D298-5D44-471D-B4FB-694FF7267D1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SYNTHETIC TEST DATA - speaker notes for compatibility testing.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F9697B-F9E9-4416-AF51-183B76EF402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13BBA0-2C23-4AB8-98A8-B7265615BB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F4C5F2-BAEA-4F78-90D2-3ACDEB4C59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233834-027C-4337-9C2A-142536A744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26E7A0-CD3E-4538-9FEF-744FF2BCE9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53BF94-EA40-4C3E-9DC1-EDFEC6207D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BE32F7-2799-4DA8-8722-9AF8D0AB9A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505DB4-317A-46D0-BB6E-60F7694104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962D49-46E4-4D03-8513-7FA521BC20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E4A014-F456-4E57-B157-BE0C6EFC98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1D6076-6663-4E16-AFA7-FB85569DE0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CB46C7-04B1-412C-B98E-00E456F76E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Institutional Review | KHZ ROUNDTRIP MARKER 2026-08-31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SYNTHETIC TEST DATA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Agenda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Operations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Finance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Quality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Next steps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Local-first evidence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2" descr="synthetic-image.png"/>
          <p:cNvPicPr/>
          <p:nvPr/>
        </p:nvPicPr>
        <p:blipFill>
          <a:blip r:embed="rId1"/>
          <a:stretch/>
        </p:blipFill>
        <p:spPr>
          <a:xfrm>
            <a:off x="914400" y="1645920"/>
            <a:ext cx="2285640" cy="114264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Synthetic Metrics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2" name="Chart 2"/>
          <p:cNvGraphicFramePr/>
          <p:nvPr/>
        </p:nvGraphicFramePr>
        <p:xfrm>
          <a:off x="914400" y="1554480"/>
          <a:ext cx="73148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Risk Register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4" name="Table 2"/>
          <p:cNvGraphicFramePr/>
          <p:nvPr/>
        </p:nvGraphicFramePr>
        <p:xfrm>
          <a:off x="731520" y="1554480"/>
          <a:ext cx="7772040" cy="2743200"/>
        </p:xfrm>
        <a:graphic>
          <a:graphicData uri="http://schemas.openxmlformats.org/drawingml/2006/table">
            <a:tbl>
              <a:tblPr/>
              <a:tblGrid>
                <a:gridCol w="2590560"/>
                <a:gridCol w="2590560"/>
                <a:gridCol w="2590560"/>
              </a:tblGrid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Risk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Owner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Status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Unexpected egress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Security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Blocked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 loss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Operations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Mitigated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85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Model overreach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Product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AI OFF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Decision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Preserve user data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Verify before claiming success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